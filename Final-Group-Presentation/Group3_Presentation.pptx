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7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742"/>
                </a:solidFill>
                <a:latin typeface="Arial"/>
              </a:rPr>
              <a:t>Top 5 vs Bottom 5 F1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2E74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4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4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4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4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4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Male</c:v>
                  </c:pt>
                  <c:pt idx="1">
                    <c:v>No_Beard</c:v>
                  </c:pt>
                  <c:pt idx="2">
                    <c:v>Eyeglasses</c:v>
                  </c:pt>
                  <c:pt idx="3">
                    <c:v>Smiling</c:v>
                  </c:pt>
                  <c:pt idx="4">
                    <c:v>Young</c:v>
                  </c:pt>
                  <c:pt idx="5">
                    <c:v>Narrow_Eyes</c:v>
                  </c:pt>
                  <c:pt idx="6">
                    <c:v>Big_Lips</c:v>
                  </c:pt>
                  <c:pt idx="7">
                    <c:v>Oval_Face</c:v>
                  </c:pt>
                  <c:pt idx="8">
                    <c:v>Necklace</c:v>
                  </c:pt>
                  <c:pt idx="9">
                    <c:v>Double_Chin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0.979</c:v>
                </c:pt>
                <c:pt idx="1">
                  <c:v>0.978</c:v>
                </c:pt>
                <c:pt idx="2">
                  <c:v>0.978</c:v>
                </c:pt>
                <c:pt idx="3">
                  <c:v>0.925</c:v>
                </c:pt>
                <c:pt idx="4">
                  <c:v>0.924</c:v>
                </c:pt>
                <c:pt idx="5">
                  <c:v>0.465</c:v>
                </c:pt>
                <c:pt idx="6">
                  <c:v>0.508</c:v>
                </c:pt>
                <c:pt idx="7">
                  <c:v>0.565</c:v>
                </c:pt>
                <c:pt idx="8">
                  <c:v>0.523</c:v>
                </c:pt>
                <c:pt idx="9">
                  <c:v>0.579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Face Attribute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783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&amp; Classification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CelebA Dataset  |  DenseNet169 + BiLSTM  |  cVAE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—  Irene Xia, Zachary Cardell, Jiatong Peng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6260 Deep Learning  |  Spring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743200" cy="2926080"/>
          </a:xfrm>
          <a:prstGeom prst="rect">
            <a:avLst/>
          </a:prstGeom>
          <a:solidFill>
            <a:srgbClr val="2E4A7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Classifier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DenseNet169 + BiLSTM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attributes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= 0.741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611880"/>
            <a:ext cx="274320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630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Irene Xia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2743200" cy="292608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cVAE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15087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128×128 faces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 on attributes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= 0.430 (gen)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3611880"/>
            <a:ext cx="274320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3630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Cardell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914400"/>
            <a:ext cx="2743200" cy="2926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Demo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15087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evaluation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611880"/>
            <a:ext cx="274320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630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Jiatong Peng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2377440"/>
            <a:ext cx="228600" cy="0"/>
          </a:xfrm>
          <a:prstGeom prst="line">
            <a:avLst/>
          </a:prstGeom>
          <a:noFill/>
          <a:ln w="3175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2212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080760" y="2377440"/>
            <a:ext cx="228600" cy="0"/>
          </a:xfrm>
          <a:prstGeom prst="line">
            <a:avLst/>
          </a:prstGeom>
          <a:noFill/>
          <a:ln w="3175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212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CelebA dataset: 202,599 face images × 40 binary attributes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DenseNet169 + BiLSTM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554480" cy="128016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3×224×224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38528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84832" y="868680"/>
            <a:ext cx="1554480" cy="12801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2130552" y="914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DenseNet169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1664×7×7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03904" y="868680"/>
            <a:ext cx="1554480" cy="128016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10" name="Text 8"/>
          <p:cNvSpPr/>
          <p:nvPr/>
        </p:nvSpPr>
        <p:spPr>
          <a:xfrm>
            <a:off x="3849624" y="914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rows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76672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22976" y="868680"/>
            <a:ext cx="1554480" cy="128016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13" name="Text 11"/>
          <p:cNvSpPr/>
          <p:nvPr/>
        </p:nvSpPr>
        <p:spPr>
          <a:xfrm>
            <a:off x="5568696" y="914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hidden=512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layers=2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95744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42048" y="868680"/>
            <a:ext cx="1554480" cy="128016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7287768" y="914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 logits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BiLSTM?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has top-to-bottom structure: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→ Eyes → Nose → Mouth → Chin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reads 7 spatial rows as a sequence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7432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pos_weight: handles class imbalance (Bald=2.1%)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SWA: weight averaging → +0.012 val F1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threshold tuning on val set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CLAHE (LAB space) + Gaussian Blur → Disk cache (202k images × 20 epochs = 3.25M ops saved)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645920" cy="118872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68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822960"/>
            <a:ext cx="1645920" cy="1188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868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4028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F1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822960"/>
            <a:ext cx="1645920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069080" y="868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06908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669280" y="685800"/>
          <a:ext cx="3200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2148840"/>
            <a:ext cx="51206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221284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260604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distinctiveness &gt; sample 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Eyeglasses: 1,289 positives → F1=0.978 (clear visual signal)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Narrow_Eyes: 2,968 positives → F1=0.465 (subtle, subjective)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hair confusion: Mustache precision=0.48, recall=0.87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over-predicts due to visual similarity with Goatee/Sideburns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cVAE: Conditional Face Generation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554480" cy="118872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686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47088" y="129844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993392" y="822960"/>
            <a:ext cx="1554480" cy="1188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2039112" y="8686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conv blocks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μ, log σ²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29844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12464" y="822960"/>
            <a:ext cx="1554480" cy="118872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10" name="Text 8"/>
          <p:cNvSpPr/>
          <p:nvPr/>
        </p:nvSpPr>
        <p:spPr>
          <a:xfrm>
            <a:off x="3758184" y="8686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μ + σε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256-dim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85232" y="129844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31536" y="822960"/>
            <a:ext cx="1554480" cy="11887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13" name="Text 11"/>
          <p:cNvSpPr/>
          <p:nvPr/>
        </p:nvSpPr>
        <p:spPr>
          <a:xfrm>
            <a:off x="5477256" y="8686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deconv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04304" y="129844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50608" y="822960"/>
            <a:ext cx="1554480" cy="118872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7196328" y="8686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859536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2219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40-dim attribute vector → 128-dim embedding e(c) injected into both Encoder &amp; Decoder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MSE(x, x̂) + 1000·LPIPS(x, x̂) + β(t)·KL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383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annealed 0→1.0 over 10 epochs (prevents posterior collapse)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651760"/>
            <a:ext cx="4297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Variants Trained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035808"/>
          <a:ext cx="4114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10972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7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(MSE+KL)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σ-VAE klw=100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MSE+LPIPS+KL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128×128 | Macro F1 = 0.430 on 10k generated images  |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57% of classifier signal  |  FID = 104.41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Quality &amp;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955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Generated Attributes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3840480" cy="150876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8229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(gen)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No_Beard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77724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663440" y="777240"/>
            <a:ext cx="411480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7955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Worst Generated Attributes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70432"/>
          <a:ext cx="3840480" cy="150876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8229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(gen)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Wearing_Earrings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Rosy_Cheeks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Pale_Skin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Double_Chin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" y="299923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Global attributes (Male, Smiling) change most facial pixels → MSE+LPIPS loss directly reinforces conditioning.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0" y="299923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accessories (earrings, necklace) occupy few pixels → reconstruction loss does not penalize their absence enough.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3886200"/>
            <a:ext cx="8412480" cy="100584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3950208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distinctiveness &gt; sample count  •  FID alone is not enough (per-attribute F1 needed)  •  SWA +0.012 free  •  KL warm-up essential for cVAE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2026-04-29T03:13:12Z</dcterms:created>
  <dcterms:modified xsi:type="dcterms:W3CDTF">2026-04-29T03:13:12Z</dcterms:modified>
</cp:coreProperties>
</file>